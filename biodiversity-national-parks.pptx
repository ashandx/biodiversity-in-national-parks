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in US National Parks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Risk Analysis Across Species &amp; Parks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005840" cy="6400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54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Ashan Shethran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Python  ·  Chi-Square Inference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Find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conservation risk randomly distributed across species categories — or are certain groups systematically more threatened?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species categories are disproportionately at risk?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risk concentration vary across parks?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statistical strength of any pattern found?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2560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930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429000"/>
            <a:ext cx="2560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4930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23,296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25603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4930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Datasets, One 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77640" cy="2423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species_info.csv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5,824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name, category, conservation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557 duplicate names resolved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severe conservation status kept per species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423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97280"/>
            <a:ext cx="397764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observations.csv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23,296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× park observation counts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left join on scientific_name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 post-merge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5F3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947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decision: 274 scientific names had multiple rows — deduplicated keeping the most severe conservation status to ensure no Endangered designation was silently lost.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and Birds Are Disproportionately At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8961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06040" y="896112"/>
            <a:ext cx="5303520" cy="38404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2712" y="896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4804365" cy="38404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83557" y="1463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Amphibian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029968"/>
            <a:ext cx="2776549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5741" y="2029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968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596896"/>
            <a:ext cx="2745352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4544" y="25968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16382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Reptile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3163824"/>
            <a:ext cx="1996619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5811" y="31638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7307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Nonvascular Plant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730752"/>
            <a:ext cx="467958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7150" y="37307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297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4297680"/>
            <a:ext cx="343169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2361" y="4297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species within category holding any conservation designation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Statistically Significant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426.67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756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statistic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06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20756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887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207568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Cramér's 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4871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effect size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090672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not randomly distributed across categories. The association is real — but Cramér's V = 0.277 tells us the effect is weak, not dominant. Category predicts risk direction, not magnitude.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and Mammals Drive the Chi-Square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residuals — values beyond ±2 reveal which cells are furthest from the random baseline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371600"/>
            <a:ext cx="1965960" cy="23774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444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+14.92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84048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at-risk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expected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05456" y="1371600"/>
            <a:ext cx="1965960" cy="237744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1444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05456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05456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at-risk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expected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371600"/>
            <a:ext cx="1965960" cy="23774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444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−7.81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26864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at-risk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expected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371600"/>
            <a:ext cx="1965960" cy="23774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4447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Reptiles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8272" y="192024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48272" y="26974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statistical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(&lt; ±2)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950208"/>
            <a:ext cx="83210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05072"/>
            <a:ext cx="8046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Reptiles appear risky at 6.4% but their residual (+1.56) falls within the ±2 threshold — this is statistical noise, not a true signal.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Risk Is Equal — Fish Are the Hidden Concern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046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06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06040" cy="411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Species of Concern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Endangered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of at-risk listings,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lower severity tiers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06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05840"/>
            <a:ext cx="2606040" cy="4114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33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01568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Endangered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of any category)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Wolf · Red Wolf · Indiana Bat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6 Endangered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060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0604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33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36208" y="210312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11 at-risk fish 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Threatened or Endangered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severity rate — the highest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any category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at-risk flag masks severity. Fish have fewer at-risk species than Birds but a far more severe profile.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Species Hold Endangered Status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Scientific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Amphibian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Rana sierrae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 Nevada Yellow-Legged Frog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Picoides borealis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Red-Cockaded Woodpecker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Vermivora bachmanii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Bachman's Warbler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Grus americana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Whooping Crane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Gymnogyps californianus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 Condor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Noturus baileyi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Smoky Madtom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Etheostoma percnurum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Duskytail Darter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Chasmistes liorus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Sucker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Myotis sodalis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Indiana Bat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Canis lupus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Wolf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Canis rufus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Wolf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Myotis grisescens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Myotis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Glaucomys sabrinus coloratus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Flying Squirrel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Ovis canadensis sierrae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Sierra Nevada Bighorn Sheep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Vascular Plant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Geum radiatum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 Avens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Yellowstone: 1,228 endangered observations — nearly 4× Great Smoky Mountains (334)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Systemic — Not Geographic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observations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7043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observations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Yellowstone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observations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Yosemite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170432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19476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observations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Smoky Mtns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8321040" cy="1783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71800"/>
            <a:ext cx="73152" cy="1783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63240"/>
            <a:ext cx="7863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every category, at-risk rates are near-identical across all four parks.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~14%  ·  Birds ~13%  ·  Fish ~6%  ·  Plants ~1%  — regardless of location.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risk tracks species identity, not geography.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86968"/>
            <a:ext cx="8046720" cy="27432"/>
          </a:xfrm>
          <a:prstGeom prst="rect">
            <a:avLst/>
          </a:prstGeom>
          <a:solidFill>
            <a:srgbClr val="3A5F84"/>
          </a:solidFill>
          <a:ln w="12700">
            <a:solidFill>
              <a:srgbClr val="3A5F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060704"/>
            <a:ext cx="274320" cy="27432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987552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 (17%) and Birds (15.4%) are disproportionately at risk — confirmed by chi-square (χ²=426.67, p&lt;0.0001)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1691640"/>
            <a:ext cx="274320" cy="27432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carry the most severe risk profile — 64% of at-risk fish are Threatened or Endangered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2322576"/>
            <a:ext cx="274320" cy="27432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49424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Plants appear safer but likely reflect under-monitoring, not true safety (residual −7.81)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0352" y="2953512"/>
            <a:ext cx="274320" cy="27432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880360"/>
            <a:ext cx="7635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parks show identical risk profiles — risk is systemic at species level, not geographic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593592"/>
            <a:ext cx="8229600" cy="987552"/>
          </a:xfrm>
          <a:prstGeom prst="rect">
            <a:avLst/>
          </a:prstGeom>
          <a:solidFill>
            <a:srgbClr val="142F4A"/>
          </a:solidFill>
          <a:ln w="12700">
            <a:solidFill>
              <a:srgbClr val="3A5F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5760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counts reflect recorded activity, not confirmed population size. Survey effort across parks and time periods is unknown — this limits causal inference from the observations data.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 ·  pandas  ·  scipy  ·  Streamlit  |  github.com/ashandx/Biodiversity-in-National-Parks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in US National Parks</dc:title>
  <dc:subject>PptxGenJS Presentation</dc:subject>
  <dc:creator>Ashan Shethran</dc:creator>
  <cp:lastModifiedBy>Ashan Shethran</cp:lastModifiedBy>
  <cp:revision>1</cp:revision>
  <dcterms:created xsi:type="dcterms:W3CDTF">2026-05-31T17:11:58Z</dcterms:created>
  <dcterms:modified xsi:type="dcterms:W3CDTF">2026-05-31T17:11:58Z</dcterms:modified>
</cp:coreProperties>
</file>